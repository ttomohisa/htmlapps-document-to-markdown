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Q4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mitigation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by 12%.</a:t>
            </a:r>
          </a:p>
          <a:p>
            <a:pPr/>
            <a:r>
              <a:t>Japan</a:t>
            </a:r>
          </a:p>
          <a:p>
            <a:pPr lvl="1"/>
            <a:r>
              <a:t>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1371600"/>
          <a:ext cx="2743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6400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pptx-sample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017520"/>
            <a:ext cx="13716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